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Slide 1 Subtitle</a:t>
            </a:r>
          </a:p>
          <a:p>
            <a:pPr/>
            <a:r>
              <a:t>Bullet point 1</a:t>
            </a:r>
          </a:p>
          <a:p>
            <a:pPr/>
            <a:r>
              <a:t>Bullet point 2</a:t>
            </a:r>
          </a:p>
          <a:p>
            <a:pPr/>
            <a:r>
              <a:t>Bullet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Slide 2 Subtitle</a:t>
            </a:r>
          </a:p>
          <a:p>
            <a:pPr/>
            <a:r>
              <a:t>Another bullet</a:t>
            </a:r>
          </a:p>
          <a:p>
            <a:pPr/>
            <a:r>
              <a:t>Some more text</a:t>
            </a:r>
          </a:p>
          <a:p>
            <a:pPr/>
            <a:r>
              <a:t>This is regular text paragraph.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